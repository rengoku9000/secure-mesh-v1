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STH260001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[PROBLEM STATEMENT TITLE — paste exact SIH portal wording]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[TEAM ID]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[TEAM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What it is: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 self-contained, offline-first edge node for comms, storage, sync and local AI — zero cloud dependency.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Mesh: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Local peer discovery (mDNS) + Ed25519/QUIC auth + an append-only signed event log — converges correctly across partitions, no blockchain overhead.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Trust: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Every peer is explicitly enrolled (UNKNOWN → PENDING → TRUSTED → REVOKED); enforced in the Rust core, never the frontend.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Local AI: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On-device Qwen2.5-1.5B + BGE embeddings via llama.cpp — zero API keys, zero network calls, citation-verified answers.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Proof, not pitch: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499 automated tests, a working Tauri desktop app, and measured — not invented — evaluation numbers.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Core: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Rust (Tauri 2) backend; React + TypeScript frontend; SQLite with versioned migrations.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Identity: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Ed25519 keypairs; node ID = SHA-256(public key); private key never leaves the core, never logged.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Networking: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libp2p over QUIC; mDNS discovery; TLS handshake reuses the node’s own signing key — no custom crypto.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Data model: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Append-only signed event log, per-origin monotonic sequence numbers; conflicts flagged, never silently overwritten.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Local AI / RAG: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llama.cpp (CPU-only) running Qwen2.5-1.5B-Instruct + BGE-small-en-v1.5; schema-constrained JSON output; vector search over SQLite.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Methodology: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Test-first — 499 automated tests, clippy-clean, deterministic synthetic datasets, a reproducible AI benchmark harness.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Feasible today: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Core mesh + local AI are already implemented and measured across 5 completed phases — not a concept.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Commodity hardware: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Runs on an ordinary laptop CPU (~2.5s per incident analysis, no GPU required) — realistic for field-deployable nodes.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Risk — model accuracy: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Small on-device models can misclassify; the model’s output is advisory and never overwrites an operator’s own severity rating.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Risk — revocation: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A trust decision is local today; Phase 2.75 adds signed revocation propagation across the mesh.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Risk — key storage: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The private key is currently a protected file, not hardware-backed; a hardware feasibility study (Jetson Orin + TrustZone/OP-TEE) already maps the migration path.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Strategy: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Every claim in this deck is backed by a passing test or a measured number — the same discipline scales toward deployment.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Who benefits: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Disaster-response teams, defence/field units, and remote operations in low- or no-connectivity environments.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Continuity when networks fail: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Incident capture, sync and AI-assisted triage keep working exactly when centralised systems go dark.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Security by default: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No cloud dependency means no exfiltration surface, no vendor key, no dependence on infrastructure the team doesn’t control.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Faster, trustworthy decisions: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Local AI turns raw field reports into classified, cited incidents in ~2.5 seconds — no data centre, no wait.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Auditable, not blind, trust: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Every peer, event and trust decision is signed and independently verifiable — no black-box central authority.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1" dirty="0">
                <a:latin typeface="Arial" pitchFamily="34" charset="0"/>
                <a:cs typeface="Arial" pitchFamily="34" charset="0"/>
              </a:rPr>
              <a:t>Economic: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Runs on commodity edge hardware; no recurring cloud or API cost.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Project repository: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github.com/Rengoku9000/Secure-Mesh-V1 — source, docs, tests and measured benchmarks.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Qwen2.5-1.5B-Instruct: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huggingface.co/Qwen/Qwen2.5-1.5B-Instruct-GGUF (Apache-2.0).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BGE-small-en-v1.5: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huggingface.co/CompendiumLabs/bge-small-en-v1.5-gguf (MIT).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llama.cpp: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github.com/ggml-org/llama.cpp (MIT), build b10375, CPU inference runtime.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libp2p: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libp2p.io — peer-to-peer networking stack (QUIC transport, mDNS discovery).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NVIDIA Jetson Linux Developer Guide: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docs.nvidia.com/jetson — OP-TEE, Secure Boot, Firmware TPM.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OP-TEE: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optee.readthedocs.io — open-source TrustZone trusted execution environment.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